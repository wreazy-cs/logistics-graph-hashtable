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2743200"/>
            <a:ext cx="4572000" cy="45720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LOJİSTİK YÖNETİM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 Veri Yapıları Sistemi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hibrit kullanımı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74720" cy="1280160"/>
          </a:xfrm>
          <a:prstGeom prst="rect">
            <a:avLst/>
          </a:prstGeom>
          <a:solidFill>
            <a:srgbClr val="065A82">
              <a:alpha val="80000"/>
            </a:srgbClr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Fonksiyonu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B (Polynomial Rolling)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4480560"/>
            <a:ext cx="3474720" cy="1280160"/>
          </a:xfrm>
          <a:prstGeom prst="rect">
            <a:avLst/>
          </a:prstGeom>
          <a:solidFill>
            <a:srgbClr val="065A82">
              <a:alpha val="80000"/>
            </a:srgbClr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 Çözümü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Adresleme (Linear Probing)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4480560"/>
            <a:ext cx="3474720" cy="1280160"/>
          </a:xfrm>
          <a:prstGeom prst="rect">
            <a:avLst/>
          </a:prstGeom>
          <a:solidFill>
            <a:srgbClr val="065A82">
              <a:alpha val="80000"/>
            </a:srgbClr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Gezinme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(Derinlik Önceliği)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 /   Numara: 1250505013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Kırklareli Üniversitesi  -  Yazılım Mühendisliği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Numarama Göre Seçilen Teknikler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Öğrenci numaram: 1 2 5 0 5 0 5 0 1 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Fonksiyonu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32918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 rakam:  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-&gt; Tip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Rolling Hash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657600" cy="4114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 Çözümü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80560" y="2423160"/>
            <a:ext cx="32918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 rakam: 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0-4 arası -&gt; Açık Adresleme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365760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6576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Adresleme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Probing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Gezinme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21040" y="2423160"/>
            <a:ext cx="32918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Sondan 2. rakam: 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-&gt; DFS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365760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6576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Derinlik Önceliği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üç tekniği birlikte uygulayan bir sistem tasarladım.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ve Çözüm Yaklaşımı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4937760"/>
          </a:xfrm>
          <a:prstGeom prst="rect">
            <a:avLst/>
          </a:prstGeom>
          <a:solidFill>
            <a:srgbClr val="F4F7FA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lojistik firması şehirler arası yolları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yönetmek ve paketleri hızlı sorgulamak ister.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farklı ihtiyaç: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Şehirler ve aralarındaki yollar (graf)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Paketleri ID ile ANINDA bulma (hash)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veri yapısı yetmez: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Dizi: yavaş arama O(n)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Bağlı liste: yavaş erişim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Sadece graf: paket sorgusu O(V)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577840" cy="4937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Çözüm: Hibrit Yapı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(Komşuluk Listesi)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Şehirler = vertex (köşe)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Yollar = edge (kenar)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DFS ile rota keşfi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(Açık Adresleme)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Anahtar: paket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Değer: paket bilgisi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Arama O(1) ortalama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kullanım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Paketin ID'si hash ile bulunur,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kaynak/hedef şehir grafta gezilir.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Mimarisi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Mantıksal katmanlara ayrılmış çok dosyalı yapı: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menüsü, süreç yönetimi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0" y="1828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graph.c / .h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154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ve rota yönetimi, DFS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03327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hash_table.c / .h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B hash + Açık Adresleme (linear probing)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0" y="3840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914400" y="4754880"/>
            <a:ext cx="1033272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package.c / .h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veri yapısı (struct)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07040" y="4846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 bağımsız derlenir, header'lar üzerinden iletişim kurar.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Klasör ve Dosya Yapısı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493776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lojistik-odev/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include/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package.h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hash_table.h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graph.h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package.c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hash_table.c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graph.c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Bellek_Izleme_Raporu.md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Makefile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çok dosya?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Mantıksal ayrım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Her veri yapısı kendi dosyasında.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Tekrar kullanılabilirlik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hash_table modülü başka projede kullanılabilir.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Bağımsız derleme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Bir dosyada değişiklik = sadece o dosya tekrar derlenir.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Ekip çalışması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Farklı kişiler farklı dosyalar üzerinde çalışabilir.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Paket (Package) Veri Yapısı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Package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id[32];        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sender[64];    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receiver[64];  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origin_city[32];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dest_city[32]; 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weight;        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status[32];     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Package;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0" y="1371600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numarası (hash anahtarı)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2240280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 / receiver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Gönderici ve alıcı isimleri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3108960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origin_city / dest_city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ve varış şehirleri (graf vertex)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977640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 (kg)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4846320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5166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Yolda / Hazırlanıyor / Teslim Edildi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Fonksiyonu - Tip 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Rolling Hash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h(s) = ( s[0] + s[1]*p + s[2]*p^2 + ... + s[n-1]*p^(n-1) )  mod  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31  (asal sayı),    m = 13  (TABLE_SIZE, asal)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943600" cy="338328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7180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 hash_function_B(const char* key)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unsigned int hash = 0, p_pow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unsigned int p = 31;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i=0; key[i];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hash  = (hash + key[i]*p_pow) % 13;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p_pow = (p_pow * p) % 13;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Tip B?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32918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sırasını DİKKATE alır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"PKT001" ve "PKT010" farklı hash üretir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Asal sayı 31 + asal mod 13 -&gt; dengeli dağılım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Karmaşıklık: O(|key|)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anahtarlar için endüstriyel standart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Çakışma Çözümü - Açık Adresleme (Linear Probing)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slot doluysa BİR SONRAKİ slota bakılır, ta ki boş yer bulununcaya kadar.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probe(i)  =  ( h(key) + i )  mod  m       i = 0, 1, 2, ...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0876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89520" y="2743200"/>
            <a:ext cx="8686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PKT001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58200" y="2743200"/>
            <a:ext cx="86868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5820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PKT016*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32688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2688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19556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9556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[11]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9556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064240" y="2743200"/>
            <a:ext cx="86868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06424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064240" y="30358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23860" y="2377440"/>
            <a:ext cx="0" cy="36576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2865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hash(PKT001)=8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023860" y="3383280"/>
            <a:ext cx="868680" cy="36576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585216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hash(PKT016)=8  -&gt; dolu, +1 probe -&gt; slot[9]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937760"/>
            <a:ext cx="3657600" cy="109728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5029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5720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kullanılmadı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297680" y="4937760"/>
            <a:ext cx="36576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0" y="5029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OCCUPIED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29768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Şuan dolu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38160" y="4937760"/>
            <a:ext cx="3657600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38160" y="5029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813816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 (silindi)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 durumdan birinde olabilir. DELETED, arama zincirinin kopmamasını sağlar.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Insert - Adım Adım (Çakışma Örneği)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Senaryo: PKT001 zaten slot[8]'de. Şimdi PKT016 ekleniyor (hash da 8 üretir).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hesapla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6858000" cy="64008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554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= hash_function_B("PKT016")  -&gt;  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kontrol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2423160"/>
            <a:ext cx="6858000" cy="64008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4231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slots[8].state == OCCUPIED  -&gt; ÇAKIŞMA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ilerle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3291840"/>
            <a:ext cx="6858000" cy="64008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2918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   -&gt;   idx = (8 + 1) mod 13 = 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Slot[9] BOŞ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4160520"/>
            <a:ext cx="6858000" cy="64008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1605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slots[9].state == EMPTY  -&gt;  buraya yerleşir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02920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Slotu doldur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6320" y="5029200"/>
            <a:ext cx="6858000" cy="64008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50292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key="PKT016";  package=p;  state=OCCUPIED;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 - Şehirler Arası Yollar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Komşuluk Listesi (Adjacency List) gösterimi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5486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EdgeNode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dest_index;     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distance;       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EdgeNode* next;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EdgeNode;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City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name[32];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EdgeNode* edges;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visited;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City;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Graph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 cities[MAX_CITIES];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city_count;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Graph;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graf (demo veri)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İstanbul -&gt; Bursa(150) -&gt; Ankara(450)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Ankara   -&gt; Konya(260) -&gt; İstanbul(450)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İzmir    -&gt; Bursa(330) -&gt; Antalya(450)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Bursa    -&gt; İzmir(330) -&gt; İstanbul(150)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Konya    -&gt; Antalya(290) -&gt; Ankara(260)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4526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Antalya  -&gt; İzmir(450) -&gt; Konya(290)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5486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Yönsüz: her kenar her iki şehirden eklenir.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 Gezinme - DFS (Depth-First Search)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 = Derinlik Önceliği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köşeden git, gidebildiğin kadar derin 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Tıkandığında son çarda geri dön, yan kola geç.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yapısı: STACK (yığıt)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(özyinemeli) yazımda dilin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 yığıtı örtük olarak stack görevi yapar.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Karmaşıklık: O(V + 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5760720" cy="2286000"/>
          </a:xfrm>
          <a:prstGeom prst="rect">
            <a:avLst/>
          </a:prstGeom>
          <a:solidFill>
            <a:srgbClr val="ECF0F1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dfs_recursive(Graph* g, int idx)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g-&gt;cities[idx].visited =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EdgeNode* e = g-&gt;cities[idx].edges;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(!g-&gt;cities[e-&gt;dest].visited)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dfs_recursive(g, e-&gt;dest);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 = e-&gt;next;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005840"/>
            <a:ext cx="5212080" cy="5120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097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İstanbul'dan başlayınca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15544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DFS GEZİNME 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İstanbul (idx=0)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Bursa (idx=3)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İzmir (idx=2)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 Antalya (idx=5)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-&gt; Konya (idx=4)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-&gt; Ankara (idx=1)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5577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şehirler tek seferde ziyaret edildi.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 Kullanım - Aramalar Birlikte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Senaryo: "PKT003 paketi şu anda nerede?"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3931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Hash Table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3317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PKT003 -&gt; slot[5]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Paket bilgisi alınır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54680" y="3657600"/>
            <a:ext cx="228600" cy="0"/>
          </a:xfrm>
          <a:prstGeom prst="line">
            <a:avLst/>
          </a:prstGeom>
          <a:noFill/>
          <a:ln w="3810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737360"/>
            <a:ext cx="2697480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Çıkış şehri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377440"/>
            <a:ext cx="23317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5603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p-&gt;origin_city = "Bursa"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 vertex bulunur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80760" y="3657600"/>
            <a:ext cx="228600" cy="0"/>
          </a:xfrm>
          <a:prstGeom prst="line">
            <a:avLst/>
          </a:prstGeom>
          <a:noFill/>
          <a:ln w="3810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1737360"/>
            <a:ext cx="2697480" cy="3931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Hedef şehri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377440"/>
            <a:ext cx="23317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5603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p-&gt;dest_city = "Konya"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 ile rota keşfi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O(V+E)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06840" y="3657600"/>
            <a:ext cx="228600" cy="0"/>
          </a:xfrm>
          <a:prstGeom prst="line">
            <a:avLst/>
          </a:prstGeom>
          <a:noFill/>
          <a:ln w="3810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35440" y="1737360"/>
            <a:ext cx="2697480" cy="3931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Cevap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18320" y="2377440"/>
            <a:ext cx="23317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25603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Bursa -&gt; ... -&gt; Konya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Durum: Yolda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1832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Toplam: hızlı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sorgusu hızlı (paket); graf gezisi rota için (şehir).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Bellek Yönetimi (RAM İzleme)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943600" cy="27432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Yapı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Adres örneği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Graph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heap (malloc)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0x55774b4942a0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HashTable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heap (malloc, 640 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0x55774b495c20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slots[13]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HashTable İÇ bloğu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0x55774b495c20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Package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heap (malloc)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0x55774b497040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EdgeNode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heap (malloc, 16 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0x55774b496ec0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5943600" cy="2194560"/>
          </a:xfrm>
          <a:prstGeom prst="rect">
            <a:avLst/>
          </a:prstGeom>
          <a:solidFill>
            <a:srgbClr val="F4F7FA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14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adresleme avantajı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node YOK!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Tüm slotlar TEK BLOK olarak HashTable içinde,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cache-dostu bellek erişimi,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pointer kovalama yok.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Zincirlemeyle karşılaştırınca: daha az heap allocation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1097280"/>
            <a:ext cx="5029200" cy="5120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1188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dizilimi (şema)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0" y="169164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[HashTable]  640 byte tek blok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+-----------------------------+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slots[0]  EMPTY        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slots[1]  EMPTY        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...                     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slots[8]  OCCUPIED PKT001 --+--+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slots[9]  OCCUPIED PKT016   |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...                         |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item_count: 9               |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probe_total: 11             |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+-----------------------------+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[Package]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id=PKT001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- Programın Gerçek Çıktısı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Sistem  |  Graf + Hash 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6446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Samet Muhammed Ali ŞAFAK  |  1250505013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5212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./lojistik    [10 -&gt; demo, 6 -&gt; tablo, 9 -&gt; bellek raporu]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[malloc] HashTable olusturuldu @ 0x55774b495c20 (size=13)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Sehir eklendi: Istanbul (index=0, adres=0x55774b4942a0)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Slot[8] dolduruldu (probe yok) | key='PKT001'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[!] CAKISMA: key='PKT016' home=8 dolu (slot 8) -&gt; probe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Slot[9] dolduruldu (home=8, 1 adim probe) | key='PKT016'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HASH TABLOSU (Tip B + Acik Adresleme) 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idx | state    | key       | hash(key)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 | OCCUPIED | PKT003    | h=5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  | OCCUPIED | PKT018    | h=5    &lt;- probe ile yerlesti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  | OCCUPIED | PKT001    | h=8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  | OCCUPIED | PKT016    | h=8    &lt;- probe ile yerlesti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Toplam kayit: 9/13 | Cakisma: 2 | Toplam probe: 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DFS GEZINME (baslangic: Istanbul) 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Istanbul -&gt; Bursa -&gt; Izmir -&gt; Antalya -&gt; Konya -&gt; Ankara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Terminal çıktısı, konsol uyumluluğu için Türkçesiz yazılmıştır.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yapı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29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+ Hash birleştirilince hem rota hem paket sorgusu hızlı.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Modülerlik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07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dosyalı yapı, bağımsız derleme ve okunabilirlik sağlar.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B + Açık Adresleme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584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hash + linear probing (cache-dostu).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gezinme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361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yapı, stack üzerinden tüm şehirleri ziyaret eder.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bilinci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1389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malloc'lar takip edilir; serbest bırakma garantili.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  -  Sorularınız?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Lojistik Sistem - Graf + Hash Table</dc:title>
  <dc:subject>PptxGenJS Presentation</dc:subject>
  <dc:creator>Samet Muhammed Ali ŞAFAK</dc:creator>
  <cp:lastModifiedBy>Samet Muhammed Ali ŞAFAK</cp:lastModifiedBy>
  <cp:revision>1</cp:revision>
  <dcterms:created xsi:type="dcterms:W3CDTF">2026-05-09T16:06:09Z</dcterms:created>
  <dcterms:modified xsi:type="dcterms:W3CDTF">2026-05-09T16:06:09Z</dcterms:modified>
</cp:coreProperties>
</file>